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 26.4 one-pager: committed objectives (policy-driven retention + defensible deletion; scalable governance), feature commitments (Start: shared drives, HCM UAT; Continue: retention guidance, BigID config/validation), RTB items, dependencies (DGS/BigID, Stewards, EA, Data Owners), and derived risks.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 guidance: open with the policy-to-execution framing, walk the one-pager top to bottom (objectives, stretch, dependencies, risks), land the three walk-away messages, and end with the specific asks of DGS, Stewards, Data Owners, and 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3A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PI 26.4</a:t>
            </a:r>
            <a:pPr algn="ctr"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|  </a:t>
            </a:r>
            <a:pPr algn="ctr" indent="0" marL="0">
              <a:buNone/>
            </a:pPr>
            <a:r>
              <a:rPr lang="en-US" sz="3000" b="1" dirty="0">
                <a:solidFill>
                  <a:srgbClr val="3A3A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 Retention &amp; Disposition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310896"/>
          </a:xfrm>
          <a:prstGeom prst="roundRect">
            <a:avLst>
              <a:gd name="adj" fmla="val 17647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OBJECTIVES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74552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DDB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3167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Objectives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591056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policy-driven data retention and </a:t>
            </a:r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deletion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the enterprise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</a:t>
            </a:r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retention governance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enterprise processes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Business (RTB):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 Program Acknowledgement; Data Retention Attestation roll-out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44768" y="1353312"/>
            <a:ext cx="0" cy="1773936"/>
          </a:xfrm>
          <a:prstGeom prst="line">
            <a:avLst/>
          </a:prstGeom>
          <a:noFill/>
          <a:ln w="12700">
            <a:solidFill>
              <a:srgbClr val="DDDB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3167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Commitments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591056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—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/ Shared Drive data retention work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—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HCM UAT testing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—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Activity &amp; Domain Retention Guidance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—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BigID configurations and validation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19856"/>
            <a:ext cx="11274552" cy="310896"/>
          </a:xfrm>
          <a:prstGeom prst="roundRect">
            <a:avLst>
              <a:gd name="adj" fmla="val 17647"/>
            </a:avLst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41985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UNCOMMITTED OBJECTIVES (STRETCH)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67328"/>
            <a:ext cx="11274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DDB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3803904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de-identification framework adoption for over-retained, analytically valuable data     |     Extend retention guidance to additional business domains beyond committed scope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498848"/>
            <a:ext cx="11274552" cy="310896"/>
          </a:xfrm>
          <a:prstGeom prst="roundRect">
            <a:avLst>
              <a:gd name="adj" fmla="val 17647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49884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2688336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DDB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85216" y="4901184"/>
            <a:ext cx="2432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BigID implementation — automation platform for retention rules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19272" y="4846320"/>
            <a:ext cx="2688336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DDB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47288" y="4901184"/>
            <a:ext cx="2432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assets research supporting retention mapping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81344" y="4846320"/>
            <a:ext cx="2688336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DDB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309360" y="4901184"/>
            <a:ext cx="2432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to future-state platform strategies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43416" y="4846320"/>
            <a:ext cx="2688336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DDB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71432" y="4901184"/>
            <a:ext cx="2432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on data disposal (defensible deletion)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797296"/>
            <a:ext cx="11274552" cy="310896"/>
          </a:xfrm>
          <a:prstGeom prst="roundRect">
            <a:avLst>
              <a:gd name="adj" fmla="val 17647"/>
            </a:avLst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579729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— WHAT COULD PREVENT OUR OBJECTIVES FROM BEING DELIVERED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144768"/>
            <a:ext cx="11274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DDB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77240" y="6181344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BigID delivery timing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delays retention automation    |    </a:t>
            </a:r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 sign-off latency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blocks disposal execution    |    </a:t>
            </a:r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 capacity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constrains asset research    |    </a:t>
            </a:r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HCM UAT environment availability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impacts testing start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3A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Talking Points</a:t>
            </a:r>
            <a:pPr algn="ctr" indent="0" marL="0">
              <a:buNone/>
            </a:pPr>
            <a:r>
              <a:rPr lang="en-US" sz="2800" b="1" dirty="0">
                <a:solidFill>
                  <a:srgbClr val="FFC7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|  </a:t>
            </a:r>
            <a:pPr algn="ctr" indent="0" marL="0">
              <a:buNone/>
            </a:pPr>
            <a:r>
              <a:rPr lang="en-US" sz="2800" b="1" dirty="0">
                <a:solidFill>
                  <a:srgbClr val="3A3A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Walking Leaders &amp; Partners Through PI 26.4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68112" cy="310896"/>
          </a:xfrm>
          <a:prstGeom prst="roundRect">
            <a:avLst>
              <a:gd name="adj" fmla="val 17647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68680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FRAME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16152"/>
            <a:ext cx="5468112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DB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353312"/>
            <a:ext cx="49560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PI, DRD moves from defining retention policy to operationalizing it — automated retention rules with defensible deletion, embedded in enterprise processes rather than run as a side program.”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this PI: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shared-drive retention work and HCM UAT testing both start.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retention guidance and BigID configuration/validation carry momentum from last PI.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 acknowledgement and retention attestation roll-out keep compliance visible.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868680"/>
            <a:ext cx="5468112" cy="310896"/>
          </a:xfrm>
          <a:prstGeom prst="roundRect">
            <a:avLst>
              <a:gd name="adj" fmla="val 17647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63640" y="868680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 TO LAND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216152"/>
            <a:ext cx="5468112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DB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19672" y="1353312"/>
            <a:ext cx="49560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storage cost, lower regulatory risk: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disposal reduces what we pay to keep and what we're exposed to in audit or discovery.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over remediation: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retention up front avoids expensive downstream cleanup and keeps us aligned to future-state architecture.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readiness: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+ defensible deletion give us evidence, not just policy.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systematically governed by automated retention rules; requirements consistently integrated.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675888"/>
            <a:ext cx="5468112" cy="310896"/>
          </a:xfrm>
          <a:prstGeom prst="roundRect">
            <a:avLst>
              <a:gd name="adj" fmla="val 17647"/>
            </a:avLst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675888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PARTNERS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5468112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DB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13232" y="4160520"/>
            <a:ext cx="49560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DGS: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BigID implementation timeline — it's the platform our automation commitments sit on.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Stewards: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capacity for data-asset research; it feeds retention mapping directly.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disposal sign-off — every delayed approval delays defensible deletion.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review so retention design lands inside future-state strategy, not beside 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3675888"/>
            <a:ext cx="5468112" cy="310896"/>
          </a:xfrm>
          <a:prstGeom prst="roundRect">
            <a:avLst>
              <a:gd name="adj" fmla="val 17647"/>
            </a:avLst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3675888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LEADERS SHOULD WALK AWAY WITH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4023360"/>
            <a:ext cx="5468112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DB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19672" y="4160520"/>
            <a:ext cx="49560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 is shifting from policy to execution — retention and deletion become automated, evidenced, and enterprise-embedded this PI.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commitments are conditional on four named dependencies — the risks on the one-pager are the mirror image of those dependencies, and we're managing them openly.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 is measurable: lower storage spend, reduced regulatory exposure, and audit-ready evidence of disposal.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</a:t>
            </a:r>
            <a:pPr algn="ctr"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 dependencies hold, PI 26.4 is the quarter data retention stops being a document and starts being how the enterprise operates.”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2026-09-09T15:00:58Z</dcterms:created>
  <dcterms:modified xsi:type="dcterms:W3CDTF">2026-09-09T15:00:58Z</dcterms:modified>
</cp:coreProperties>
</file>