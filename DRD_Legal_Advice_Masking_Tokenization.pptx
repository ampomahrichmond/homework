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 POSITION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Permanent Masking &amp; Tokenization Are Disposition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 has made this determination. We are seeking Legal’s advice on applying it — not a decision.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675120" cy="4114800"/>
          </a:xfrm>
          <a:prstGeom prst="roundRect">
            <a:avLst>
              <a:gd name="adj" fmla="val 3333"/>
            </a:avLst>
          </a:prstGeom>
          <a:solidFill>
            <a:srgbClr val="2E2E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STANCE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past its retention period may be disposed of by irreversibly de-identifying it, as an alternative to deletion.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when all of the following are true: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6968" y="3995928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393192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regulatory retention period has fully elapsed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86968" y="4398264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433425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legal hold applies to the data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6968" y="4800600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473659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vaults and keys are destroyed, with evidence (NIST 800-88 cryptographic erase)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86968" y="5202936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513892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re-identification risk assessment is completed and passed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6968" y="5605272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34440" y="554126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Owner signs off and documents the business purpose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43800" y="2011680"/>
            <a:ext cx="4069080" cy="164592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181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COUNT AS DISPOSITION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2560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(view-level) masking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while the vault or key still exists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 hold or still inside retention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543800" y="3931920"/>
            <a:ext cx="4069080" cy="2194560"/>
          </a:xfrm>
          <a:prstGeom prst="roundRect">
            <a:avLst>
              <a:gd name="adj" fmla="val 6250"/>
            </a:avLst>
          </a:prstGeom>
          <a:solidFill>
            <a:srgbClr val="FFF4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COMFORTABLE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45262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GBL § 399-h: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identifiers unreadable is a valid disposal method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4.5.3: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destroy, erase or make anonymous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S-P / FTC Disposal Rule: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“reasonable measures” test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Jones  |  Office of Data Governance  |  Data Retention &amp; Disposition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REQUESTED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Where We Need Your Advice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on how to apply our position defensibly.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40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E-discovery &amp; litigation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7157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de-identified data kept past retention still in scope for preservation and production? How do we keep our routine-disposition defense intact?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4406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240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Client requests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7157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can no longer be linked to a client, do we still need to search or produce it for access or deletion requests?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4406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0233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Regulators &amp; jurisdictions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4988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SEC, FINRA or NYDFS concern with altering records after retention ends? What must we add for Canadian data under Québec Law 25?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749040"/>
            <a:ext cx="544068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023360"/>
            <a:ext cx="548640" cy="54864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0233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Policy wording &amp; evidence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4988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language should the RIM policy and DRD standard use, and what disposition evidence will hold up if challenged?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155680" cy="594360"/>
          </a:xfrm>
          <a:prstGeom prst="roundRect">
            <a:avLst>
              <a:gd name="adj" fmla="val 18462"/>
            </a:avLst>
          </a:prstGeom>
          <a:solidFill>
            <a:srgbClr val="2E2E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577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the risks above and any conditions we should add before we publish the standard.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Jones  |  Office of Data Governance  |  Data Retention &amp; Disposition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2026-09-29T18:08:31Z</dcterms:created>
  <dcterms:modified xsi:type="dcterms:W3CDTF">2026-09-29T18:08:31Z</dcterms:modified>
</cp:coreProperties>
</file>